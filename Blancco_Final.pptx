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lancco.com/resources/vd-blancco-drive-eraser-overview/" TargetMode="External"/><Relationship Id="rId3" Type="http://schemas.openxmlformats.org/officeDocument/2006/relationships/hyperlink" Target="https://blancco.com/resources/vd-blancco-drive-eraser-overview/" TargetMode="Externa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ancco.com" TargetMode="External"/><Relationship Id="rId2" Type="http://schemas.openxmlformats.org/officeDocument/2006/relationships/hyperlink" Target="https://blancco.com/products/drive-eraser/" TargetMode="External"/><Relationship Id="rId3" Type="http://schemas.openxmlformats.org/officeDocument/2006/relationships/hyperlink" Target="https://blancco.com/resources/vd-blancco-drive-eraser-overview/" TargetMode="External"/><Relationship Id="rId4" Type="http://schemas.openxmlformats.org/officeDocument/2006/relationships/hyperlink" Target="https://blancco.com/resources/vd-how-to-securely-erase-pcs-and-laptops/" TargetMode="External"/><Relationship Id="rId5" Type="http://schemas.openxmlformats.org/officeDocument/2006/relationships/hyperlink" Target="https://csrc.nist.gov/publications/detail/sp/800-88/rev-1/final" TargetMode="External"/><Relationship Id="rId6" Type="http://schemas.openxmlformats.org/officeDocument/2006/relationships/hyperlink" Target="https://www.esd.whs.mil/Portals/54/Documents/DD/issuances/dodm/522022M.pdf" TargetMode="External"/><Relationship Id="rId7" Type="http://schemas.openxmlformats.org/officeDocument/2006/relationships/hyperlink" Target="https://adisa.global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280160"/>
          </a:xfrm>
          <a:prstGeom prst="rect">
            <a:avLst/>
          </a:prstGeom>
          <a:solidFill>
            <a:srgbClr val="1AADA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560320"/>
          </a:xfrm>
          <a:prstGeom prst="rect">
            <a:avLst/>
          </a:prstGeom>
          <a:solidFill>
            <a:srgbClr val="1AADAC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BLANCCO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Erasure &amp; Sanitization Tool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200400" cy="4572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Forensics  |  Tool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Blancco?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320040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0040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20040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It Do?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70332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70332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703320"/>
            <a:ext cx="2606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703320"/>
            <a:ext cx="64008" cy="38404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Blancco?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389120" cy="54864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data erasure software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wipes HDDs, SSDs &amp; mobile devices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3,000+ organizations globally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NIST, DoD, GDPR compliance standards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tamper-proof erasure certificates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in forensics, ITAD &amp; enterprise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'delete' — data is unrecoverable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868680"/>
            <a:ext cx="393192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Blancco Drive Eraser — UI Screenshot (simulated)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93392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1993392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8046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device from Blancco USB or ISO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21992" y="1691640"/>
            <a:ext cx="173736" cy="4572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1" name="Shape 9"/>
          <p:cNvSpPr/>
          <p:nvPr/>
        </p:nvSpPr>
        <p:spPr>
          <a:xfrm>
            <a:off x="2395728" y="777240"/>
            <a:ext cx="1993392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777240"/>
            <a:ext cx="1993392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8046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52928" y="8229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87168" y="1353312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erasure standard (NIST, DoD…)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691640"/>
            <a:ext cx="173736" cy="4572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62856" y="777240"/>
            <a:ext cx="1993392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777240"/>
            <a:ext cx="1993392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8046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0056" y="8229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54296" y="1353312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every sector + hidden areas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56248" y="1691640"/>
            <a:ext cx="173736" cy="4572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9984" y="777240"/>
            <a:ext cx="1993392" cy="1920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9984" y="777240"/>
            <a:ext cx="1993392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6803136" y="8046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87184" y="8229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21424" y="1353312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PDF certificate auto-generated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2834640"/>
            <a:ext cx="5029200" cy="2057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880360"/>
            <a:ext cx="4937760" cy="1691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286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Erasure Certificate (auto-generated after each wipe)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0" y="2834640"/>
            <a:ext cx="3383280" cy="2057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03720" y="3246120"/>
            <a:ext cx="548640" cy="548640"/>
          </a:xfrm>
          <a:prstGeom prst="rect">
            <a:avLst/>
          </a:prstGeom>
          <a:solidFill>
            <a:srgbClr val="1AADAC">
              <a:alpha val="10000"/>
            </a:srgbClr>
          </a:solidFill>
          <a:ln/>
        </p:spPr>
      </p:sp>
      <p:sp>
        <p:nvSpPr>
          <p:cNvPr id="33" name="Text 30">
            <a:hlinkClick r:id="rId2" tooltip=""/>
          </p:cNvPr>
          <p:cNvSpPr/>
          <p:nvPr/>
        </p:nvSpPr>
        <p:spPr>
          <a:xfrm>
            <a:off x="6949440" y="3246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53212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Blancco Drive Eraser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5321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Product Overview Video</a:t>
            </a:r>
            <a:endParaRPr lang="en-US" sz="1100" dirty="0"/>
          </a:p>
        </p:txBody>
      </p:sp>
      <p:sp>
        <p:nvSpPr>
          <p:cNvPr id="36" name="Text 33">
            <a:hlinkClick r:id="rId3" tooltip=""/>
          </p:cNvPr>
          <p:cNvSpPr/>
          <p:nvPr/>
        </p:nvSpPr>
        <p:spPr>
          <a:xfrm>
            <a:off x="5532120" y="4462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play  →  blancco.com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It Do?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HDDs, SSDs, NVMe &amp; USB drives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mobile devices (iOS &amp; Android)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servers &amp; virtual machines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20+ global erasure standards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Erases hidden areas: HPA &amp; DCO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1,000s of devices at once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signed PDF/XML certificates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868680"/>
            <a:ext cx="411480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Certificate — legally defensible proof of wipe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Using Blancco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2860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85039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Steps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6118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ISO from blancco.com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USB using Rufus / Etcher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target machine from USB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Blancco auto-detects all drives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3200400"/>
            <a:ext cx="41148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Tool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36118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drive + erasure standard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erasure — verify completes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signed certificate (PDF)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0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report for audit/compliance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42316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850392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3375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337560"/>
            <a:ext cx="41148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Experience @ Amazon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78561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ITAD dept wipes returned/decommissioned drives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drive gets a Blancco certificate before resale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GDPR &amp; consumer data privacy requirements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3375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337560"/>
            <a:ext cx="4114800" cy="54864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Lab Use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378561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destination drive before forensic imaging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evidence contamination from prior case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3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supports chain-of-custody in court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132233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solidFill>
            <a:srgbClr val="1A7A4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Strengths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certified erasure standards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Tamper-proof, legally valid certificates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Erases hidden areas (HPA &amp; DCO)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device support: HDD, SSD, mobile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management console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Criteria &amp; ADISA certified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updated for new drive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132233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— licensing costs apply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limited in scope &amp;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boot required for some tasks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 recovery or imaging tool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console has learning curve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erase varies by drive firmware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— no public code audit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AD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Blancco Official Website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30352" y="1143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https://www.blancco.com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481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Blancco Drive Eraser Product Page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530352" y="16642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https://blancco.com/products/drive-eraser/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02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Blancco Drive Eraser Overview Video (Official)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530352" y="2185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https://blancco.com/resources/vd-blancco-drive-eraser-overview/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523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Blancco How to Erase PCs &amp; Laptops (Video)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530352" y="27066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https://blancco.com/resources/vd-how-to-securely-erase-pcs-and-laptops/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44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NIST SP 800-88 Rev.1 — Guidelines for Media Sanitization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530352" y="32278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https://csrc.nist.gov/publications/detail/sp/800-88/rev-1/final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DoD 5220.22-M — National Industrial Security Program</a:t>
            </a:r>
            <a:endParaRPr lang="en-US" sz="1200" dirty="0"/>
          </a:p>
        </p:txBody>
      </p:sp>
      <p:sp>
        <p:nvSpPr>
          <p:cNvPr id="23" name="Text 21">
            <a:hlinkClick r:id="rId6" tooltip=""/>
          </p:cNvPr>
          <p:cNvSpPr/>
          <p:nvPr/>
        </p:nvSpPr>
        <p:spPr>
          <a:xfrm>
            <a:off x="530352" y="3749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https://www.esd.whs.mil/Portals/54/Documents/DD/issuances/dodm/522022M.pdf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54864" cy="201168"/>
          </a:xfrm>
          <a:prstGeom prst="rect">
            <a:avLst/>
          </a:prstGeom>
          <a:solidFill>
            <a:srgbClr val="1AADAC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087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ADISA Product Certification for Blancco</a:t>
            </a:r>
            <a:endParaRPr lang="en-US" sz="1200" dirty="0"/>
          </a:p>
        </p:txBody>
      </p:sp>
      <p:sp>
        <p:nvSpPr>
          <p:cNvPr id="26" name="Text 24">
            <a:hlinkClick r:id="rId7" tooltip=""/>
          </p:cNvPr>
          <p:cNvSpPr/>
          <p:nvPr/>
        </p:nvSpPr>
        <p:spPr>
          <a:xfrm>
            <a:off x="530352" y="4270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u="sng" dirty="0">
                <a:solidFill>
                  <a:srgbClr val="1AAD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https://adisa.global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Blancco – Computer Forensics Tool</dc:title>
  <dc:subject>PptxGenJS Presentation</dc:subject>
  <dc:creator>PptxGenJS</dc:creator>
  <cp:lastModifiedBy>PptxGenJS</cp:lastModifiedBy>
  <cp:revision>1</cp:revision>
  <dcterms:created xsi:type="dcterms:W3CDTF">2026-04-27T05:49:02Z</dcterms:created>
  <dcterms:modified xsi:type="dcterms:W3CDTF">2026-04-27T05:49:02Z</dcterms:modified>
</cp:coreProperties>
</file>